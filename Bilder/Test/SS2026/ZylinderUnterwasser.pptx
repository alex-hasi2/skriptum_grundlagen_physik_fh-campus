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125" d="100"/>
          <a:sy n="125" d="100"/>
        </p:scale>
        <p:origin x="-27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59999" cy="59999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F4C9AE-EBCF-256D-8156-4C8CBAD06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C45F7CE-AEF5-33DE-3E93-1B82F7D8A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63CC38-21E7-0529-5E7C-1358492E5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2474-4CDD-444C-9506-6360CDBF141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1BC950-F995-ECC8-7886-11D483BD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C3A9DC-017A-DF21-2AED-2E8F28627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F7A2C-F53F-44CF-822D-2A0BC2DBD0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7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8A080-B96F-F3F1-E879-EDE99B2A5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B0F5C0-DBEA-3135-1956-653F326B4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F6FEE4-1467-5A6F-1170-EBA593794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2474-4CDD-444C-9506-6360CDBF141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DBCDA7-AF28-B7D9-2942-655D8A619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18EC3F-7F14-C56A-1074-0F89B1D0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F7A2C-F53F-44CF-822D-2A0BC2DBD0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57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F8A678-3A8B-5CB7-1056-B36487F71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115C7F-EBDF-7499-6BDD-A606F8EE7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99B85C-85EB-5836-689A-8B09E48C7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2474-4CDD-444C-9506-6360CDBF141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DEE120-C435-C04F-AE16-9D97D0D7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34E767-967D-5347-A401-4DF8A14C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F7A2C-F53F-44CF-822D-2A0BC2DBD0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9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53029-3C7A-FC9D-A64F-01B00FAB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774429-2C2A-776F-ECE6-7BCE2C2B92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993149-4924-AAF6-3055-6550D6D98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AEDED8-4256-7013-7223-71A05D7B3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2474-4CDD-444C-9506-6360CDBF141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B4A251-380B-1077-3A22-20A34F32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9D40888-9351-FA79-FB1B-0296777B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F7A2C-F53F-44CF-822D-2A0BC2DBD0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ED23C4-C3D0-4986-850D-6A0139636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2DEA73-DACD-562E-3968-506C263C8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1E9958-2F90-B187-2921-AB1595F09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F766FD7-8328-FD17-9375-7380F4409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F86849A-D0FE-DBD7-2A26-6A445E4E3C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A81FB39-2BE3-0686-097A-3381CA92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2474-4CDD-444C-9506-6360CDBF141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AFE0FF0-31C4-278A-42A3-1DC26B89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69383EC-DE6F-9D3D-097B-4A2A7382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F7A2C-F53F-44CF-822D-2A0BC2DBD0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8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B21F83-EE24-5EEC-CADB-03712A7B1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3307F0A-6FA3-AE95-4805-ACE75CC8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2474-4CDD-444C-9506-6360CDBF141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7FB30D-A8B4-9F44-E7DD-DA12D51E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DC12-460C-AAEC-B00A-199A222DC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F7A2C-F53F-44CF-822D-2A0BC2DBD0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65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583C33-8804-BC3E-8BDD-5217C761B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2474-4CDD-444C-9506-6360CDBF141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1105B01-3BD5-7585-04DE-C075BBFE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4E24EE-4655-87DC-62BD-8BE246E2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F7A2C-F53F-44CF-822D-2A0BC2DBD0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29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291CD9-AC12-2ED6-C513-9CAE79266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A3055C-48BB-DC83-8086-DDB6F9928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271007-BD87-F3BF-404E-60B75E17E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0B3D52-C847-C838-25F6-11253B6B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2474-4CDD-444C-9506-6360CDBF141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E9C7FF-0CB9-BF88-9F44-7FB078BF4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C075FF-D442-D124-66F7-02EEA025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F7A2C-F53F-44CF-822D-2A0BC2DBD0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42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F9FD63-BA2F-F380-1E49-E8EA89879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6993CBD-2402-BFCB-D624-4E3054A64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B5F27C-E7D1-3C98-E6A2-F602D1BB7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9CC65B-4658-66A1-F31B-1570FC3C5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2474-4CDD-444C-9506-6360CDBF141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4A2E44-7F27-4044-C894-1A152C6B1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EB9E5C-A5F7-3566-E131-F27580CB7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F7A2C-F53F-44CF-822D-2A0BC2DBD0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9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4FD42A-A415-49BB-EA67-E58001E7E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D3AC6F1-3234-8891-7B85-FD61868D3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54646D-020F-533F-5632-9EDC30A64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2474-4CDD-444C-9506-6360CDBF141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8ADF1F-1EDF-59B7-9CF4-8243150F6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21E1FA-D15B-7548-E3E1-4E03CCD2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F7A2C-F53F-44CF-822D-2A0BC2DBD0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F38687-B581-1BD4-2AF1-7847658BC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CC9A59-67EA-58B6-C179-F4374AB9D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26E070-F4AF-C818-D333-C2E55B6FF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62474-4CDD-444C-9506-6360CDBF141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B67479-493E-E4B5-E69A-8E966F9D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17EE65-659E-63EF-566D-DDCDD021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F7A2C-F53F-44CF-822D-2A0BC2DBD0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53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430C66B-DAEF-8D15-1F5A-3495AED49304}"/>
              </a:ext>
            </a:extLst>
          </p:cNvPr>
          <p:cNvGraphicFramePr>
            <a:graphicFrameLocks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284678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473" imgH="473" progId="TCLayout.ActiveDocument.1">
                  <p:embed/>
                </p:oleObj>
              </mc:Choice>
              <mc:Fallback>
                <p:oleObj name="think-cell Folie" r:id="rId14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A4E30E-C9A4-48AF-D7E8-3DF22F78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E78888-B132-7AB8-76E9-0FB857CAC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840FB3-B1E4-7426-4430-0C9B25F2B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662474-4CDD-444C-9506-6360CDBF141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BCFCA9-E487-7859-74C1-3E8CF819C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C8ED76-4321-A0F7-8A93-994B9296F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7F7A2C-F53F-44CF-822D-2A0BC2DBD0B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3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003B7E0-C3A2-3D39-7184-FC37E3D2148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77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C5AECE0-B1ED-37D3-5482-2591E91FE7B3}"/>
              </a:ext>
            </a:extLst>
          </p:cNvPr>
          <p:cNvGrpSpPr/>
          <p:nvPr/>
        </p:nvGrpSpPr>
        <p:grpSpPr>
          <a:xfrm>
            <a:off x="4612568" y="1411033"/>
            <a:ext cx="3960000" cy="4035933"/>
            <a:chOff x="3175004" y="487299"/>
            <a:chExt cx="3960000" cy="4035933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969BEFCE-7DCF-1641-3BBE-E25AE779D2FA}"/>
                </a:ext>
              </a:extLst>
            </p:cNvPr>
            <p:cNvSpPr/>
            <p:nvPr/>
          </p:nvSpPr>
          <p:spPr>
            <a:xfrm>
              <a:off x="3218688" y="891542"/>
              <a:ext cx="3856731" cy="360730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9050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6AACE5B2-21EA-309F-D17E-FCD0A98E60F6}"/>
                </a:ext>
              </a:extLst>
            </p:cNvPr>
            <p:cNvCxnSpPr>
              <a:cxnSpLocks/>
            </p:cNvCxnSpPr>
            <p:nvPr/>
          </p:nvCxnSpPr>
          <p:spPr>
            <a:xfrm>
              <a:off x="3213246" y="487299"/>
              <a:ext cx="0" cy="403593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A555141B-2DAB-1CFF-F5BF-80565DF4143A}"/>
                </a:ext>
              </a:extLst>
            </p:cNvPr>
            <p:cNvCxnSpPr>
              <a:cxnSpLocks/>
            </p:cNvCxnSpPr>
            <p:nvPr/>
          </p:nvCxnSpPr>
          <p:spPr>
            <a:xfrm>
              <a:off x="7097340" y="487299"/>
              <a:ext cx="0" cy="403593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C359C1D1-8146-FA7F-E6B4-DECDA4C4F6F2}"/>
                </a:ext>
              </a:extLst>
            </p:cNvPr>
            <p:cNvCxnSpPr>
              <a:cxnSpLocks/>
            </p:cNvCxnSpPr>
            <p:nvPr/>
          </p:nvCxnSpPr>
          <p:spPr>
            <a:xfrm>
              <a:off x="3175004" y="4511040"/>
              <a:ext cx="3960000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69D366C4-B50C-DAA2-E58A-CE800F81776F}"/>
                </a:ext>
              </a:extLst>
            </p:cNvPr>
            <p:cNvSpPr/>
            <p:nvPr/>
          </p:nvSpPr>
          <p:spPr>
            <a:xfrm>
              <a:off x="4877814" y="1513113"/>
              <a:ext cx="538478" cy="142959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  <a:effectLst>
              <a:innerShdw blurRad="63500" dist="50800">
                <a:prstClr val="black">
                  <a:alpha val="3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65937AE3-2DB1-2278-D108-B433D5B45F2F}"/>
                </a:ext>
              </a:extLst>
            </p:cNvPr>
            <p:cNvCxnSpPr>
              <a:cxnSpLocks/>
              <a:endCxn id="29" idx="0"/>
            </p:cNvCxnSpPr>
            <p:nvPr/>
          </p:nvCxnSpPr>
          <p:spPr>
            <a:xfrm>
              <a:off x="5147053" y="2942705"/>
              <a:ext cx="0" cy="38129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6775D8F-CC75-2046-C225-3B93806CDB6B}"/>
                </a:ext>
              </a:extLst>
            </p:cNvPr>
            <p:cNvSpPr/>
            <p:nvPr/>
          </p:nvSpPr>
          <p:spPr>
            <a:xfrm>
              <a:off x="4988557" y="3980688"/>
              <a:ext cx="316992" cy="95182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3CE576D8-CE98-DB76-896B-A595FEC50FBB}"/>
                </a:ext>
              </a:extLst>
            </p:cNvPr>
            <p:cNvSpPr/>
            <p:nvPr/>
          </p:nvSpPr>
          <p:spPr>
            <a:xfrm>
              <a:off x="4988557" y="3885506"/>
              <a:ext cx="316992" cy="95182"/>
            </a:xfrm>
            <a:prstGeom prst="rect">
              <a:avLst/>
            </a:prstGeom>
            <a:solidFill>
              <a:srgbClr val="FF0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CC3E19F4-E75C-31FA-ABB2-F0AD564CB74E}"/>
                </a:ext>
              </a:extLst>
            </p:cNvPr>
            <p:cNvSpPr/>
            <p:nvPr/>
          </p:nvSpPr>
          <p:spPr>
            <a:xfrm>
              <a:off x="4988557" y="3793651"/>
              <a:ext cx="316992" cy="95182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BF6D9822-8195-28AE-FDA6-583E5EABCB80}"/>
                </a:ext>
              </a:extLst>
            </p:cNvPr>
            <p:cNvSpPr/>
            <p:nvPr/>
          </p:nvSpPr>
          <p:spPr>
            <a:xfrm>
              <a:off x="4988557" y="3698469"/>
              <a:ext cx="316992" cy="95182"/>
            </a:xfrm>
            <a:prstGeom prst="rect">
              <a:avLst/>
            </a:prstGeom>
            <a:solidFill>
              <a:srgbClr val="FF0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7150E65A-29A1-089E-21C6-4784499EC147}"/>
                </a:ext>
              </a:extLst>
            </p:cNvPr>
            <p:cNvSpPr/>
            <p:nvPr/>
          </p:nvSpPr>
          <p:spPr>
            <a:xfrm>
              <a:off x="4988557" y="3606614"/>
              <a:ext cx="316992" cy="95182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A7F0200D-01C7-C681-AD03-261F2CBF6CE4}"/>
                </a:ext>
              </a:extLst>
            </p:cNvPr>
            <p:cNvSpPr/>
            <p:nvPr/>
          </p:nvSpPr>
          <p:spPr>
            <a:xfrm>
              <a:off x="4988557" y="3511432"/>
              <a:ext cx="316992" cy="95182"/>
            </a:xfrm>
            <a:prstGeom prst="rect">
              <a:avLst/>
            </a:prstGeom>
            <a:solidFill>
              <a:srgbClr val="FF0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91C2588B-F60D-160A-95BC-4C0AAFA4CA81}"/>
                </a:ext>
              </a:extLst>
            </p:cNvPr>
            <p:cNvSpPr/>
            <p:nvPr/>
          </p:nvSpPr>
          <p:spPr>
            <a:xfrm>
              <a:off x="4907791" y="4086030"/>
              <a:ext cx="478525" cy="38639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6E2644F5-CCEC-421D-7C16-99260BFB45D9}"/>
                </a:ext>
              </a:extLst>
            </p:cNvPr>
            <p:cNvSpPr/>
            <p:nvPr/>
          </p:nvSpPr>
          <p:spPr>
            <a:xfrm>
              <a:off x="4988557" y="3419185"/>
              <a:ext cx="316992" cy="95182"/>
            </a:xfrm>
            <a:prstGeom prst="rect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1A107098-26FE-7AEB-23BA-9DE3558CEC08}"/>
                </a:ext>
              </a:extLst>
            </p:cNvPr>
            <p:cNvSpPr/>
            <p:nvPr/>
          </p:nvSpPr>
          <p:spPr>
            <a:xfrm>
              <a:off x="4988557" y="3324003"/>
              <a:ext cx="316992" cy="95182"/>
            </a:xfrm>
            <a:prstGeom prst="rect">
              <a:avLst/>
            </a:prstGeom>
            <a:solidFill>
              <a:srgbClr val="FF0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87D225FF-4FC7-19BC-4818-0FA5250798A4}"/>
                </a:ext>
              </a:extLst>
            </p:cNvPr>
            <p:cNvCxnSpPr>
              <a:cxnSpLocks/>
            </p:cNvCxnSpPr>
            <p:nvPr/>
          </p:nvCxnSpPr>
          <p:spPr>
            <a:xfrm>
              <a:off x="4474481" y="1513113"/>
              <a:ext cx="0" cy="142959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6C0E91CF-1E0A-C3CF-6C77-BAB3A9DF121C}"/>
                </a:ext>
              </a:extLst>
            </p:cNvPr>
            <p:cNvCxnSpPr>
              <a:cxnSpLocks/>
            </p:cNvCxnSpPr>
            <p:nvPr/>
          </p:nvCxnSpPr>
          <p:spPr>
            <a:xfrm>
              <a:off x="4348481" y="1514142"/>
              <a:ext cx="252000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185852ED-6099-6C48-9226-1C2911FDF7F1}"/>
                </a:ext>
              </a:extLst>
            </p:cNvPr>
            <p:cNvCxnSpPr>
              <a:cxnSpLocks/>
            </p:cNvCxnSpPr>
            <p:nvPr/>
          </p:nvCxnSpPr>
          <p:spPr>
            <a:xfrm>
              <a:off x="4348481" y="2947362"/>
              <a:ext cx="252000" cy="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CD6A6AAE-1530-F4BB-B9CD-F0B03BE01624}"/>
                    </a:ext>
                  </a:extLst>
                </p:cNvPr>
                <p:cNvSpPr txBox="1"/>
                <p:nvPr/>
              </p:nvSpPr>
              <p:spPr>
                <a:xfrm>
                  <a:off x="4092883" y="2043242"/>
                  <a:ext cx="3519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9" name="Textfeld 38">
                  <a:extLst>
                    <a:ext uri="{FF2B5EF4-FFF2-40B4-BE49-F238E27FC236}">
                      <a16:creationId xmlns:a16="http://schemas.microsoft.com/office/drawing/2014/main" id="{CD6A6AAE-1530-F4BB-B9CD-F0B03BE01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2883" y="2043242"/>
                  <a:ext cx="35197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feld 40">
                  <a:extLst>
                    <a:ext uri="{FF2B5EF4-FFF2-40B4-BE49-F238E27FC236}">
                      <a16:creationId xmlns:a16="http://schemas.microsoft.com/office/drawing/2014/main" id="{B165F719-9D93-15C5-CF73-FFBCEA1E8453}"/>
                    </a:ext>
                  </a:extLst>
                </p:cNvPr>
                <p:cNvSpPr txBox="1"/>
                <p:nvPr/>
              </p:nvSpPr>
              <p:spPr>
                <a:xfrm>
                  <a:off x="4978981" y="984325"/>
                  <a:ext cx="3519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AT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1" name="Textfeld 40">
                  <a:extLst>
                    <a:ext uri="{FF2B5EF4-FFF2-40B4-BE49-F238E27FC236}">
                      <a16:creationId xmlns:a16="http://schemas.microsoft.com/office/drawing/2014/main" id="{B165F719-9D93-15C5-CF73-FFBCEA1E8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8981" y="984325"/>
                  <a:ext cx="35197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192142D5-B138-B79C-1F4E-A2454B078A5E}"/>
                </a:ext>
              </a:extLst>
            </p:cNvPr>
            <p:cNvCxnSpPr>
              <a:cxnSpLocks/>
            </p:cNvCxnSpPr>
            <p:nvPr/>
          </p:nvCxnSpPr>
          <p:spPr>
            <a:xfrm>
              <a:off x="4877814" y="1255878"/>
              <a:ext cx="0" cy="13043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C2CE453E-A640-5A24-C43C-089B58D09BC2}"/>
                </a:ext>
              </a:extLst>
            </p:cNvPr>
            <p:cNvCxnSpPr>
              <a:cxnSpLocks/>
            </p:cNvCxnSpPr>
            <p:nvPr/>
          </p:nvCxnSpPr>
          <p:spPr>
            <a:xfrm>
              <a:off x="5417306" y="1255878"/>
              <a:ext cx="0" cy="13043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A2353B6F-8892-CD07-3D0D-BA70FE71A4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80061" y="1321094"/>
              <a:ext cx="53623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64817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</vt:lpstr>
      <vt:lpstr>think-cell Folie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Schumer, Alexander</dc:creator>
  <cp:lastModifiedBy>Schumer, Alexander</cp:lastModifiedBy>
  <cp:revision>7</cp:revision>
  <dcterms:created xsi:type="dcterms:W3CDTF">2026-06-03T09:47:50Z</dcterms:created>
  <dcterms:modified xsi:type="dcterms:W3CDTF">2026-06-03T15:53:35Z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798273d-f5aa-46da-8e10-241f6dcd5f2d_Enabled">
    <vt:lpwstr>true</vt:lpwstr>
  </property>
  <property fmtid="{D5CDD505-2E9C-101B-9397-08002B2CF9AE}" pid="3" name="MSIP_Label_e798273d-f5aa-46da-8e10-241f6dcd5f2d_SetDate">
    <vt:lpwstr>2026-06-03T09:48:34Z</vt:lpwstr>
  </property>
  <property fmtid="{D5CDD505-2E9C-101B-9397-08002B2CF9AE}" pid="4" name="MSIP_Label_e798273d-f5aa-46da-8e10-241f6dcd5f2d_Method">
    <vt:lpwstr>Standard</vt:lpwstr>
  </property>
  <property fmtid="{D5CDD505-2E9C-101B-9397-08002B2CF9AE}" pid="5" name="MSIP_Label_e798273d-f5aa-46da-8e10-241f6dcd5f2d_Name">
    <vt:lpwstr>e798273d-f5aa-46da-8e10-241f6dcd5f2d</vt:lpwstr>
  </property>
  <property fmtid="{D5CDD505-2E9C-101B-9397-08002B2CF9AE}" pid="6" name="MSIP_Label_e798273d-f5aa-46da-8e10-241f6dcd5f2d_SiteId">
    <vt:lpwstr>c760270c-f3da-4cfa-9737-03808ef5579f</vt:lpwstr>
  </property>
  <property fmtid="{D5CDD505-2E9C-101B-9397-08002B2CF9AE}" pid="7" name="MSIP_Label_e798273d-f5aa-46da-8e10-241f6dcd5f2d_ActionId">
    <vt:lpwstr>4f409407-2688-4e9c-be29-9728aec80ff0</vt:lpwstr>
  </property>
  <property fmtid="{D5CDD505-2E9C-101B-9397-08002B2CF9AE}" pid="8" name="MSIP_Label_e798273d-f5aa-46da-8e10-241f6dcd5f2d_ContentBits">
    <vt:lpwstr>0</vt:lpwstr>
  </property>
  <property fmtid="{D5CDD505-2E9C-101B-9397-08002B2CF9AE}" pid="9" name="MSIP_Label_e798273d-f5aa-46da-8e10-241f6dcd5f2d_Tag">
    <vt:lpwstr>10, 3, 0, 1</vt:lpwstr>
  </property>
</Properties>
</file>