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B4B"/>
    <a:srgbClr val="FF7D7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50" d="100"/>
          <a:sy n="150" d="100"/>
        </p:scale>
        <p:origin x="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59999" cy="59999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07058A-1F0B-6B48-CBB5-41C28861F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A48BCF-4C00-6217-AC33-EB493ED274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7E5B15-F5EA-94D4-B01C-332F6D8EB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1BFB3-BC79-4C2A-9C50-AF3D638F67A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DFEDAA-E412-BFC5-2C5A-1509950E9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0EDD4D-4304-0631-46A3-FBFAA8320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3EB8-EA52-4E50-9393-9AA9232E66E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565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8D47F8-EA32-FA90-8EDE-C10777CE0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BFA33A-C294-696E-D845-8A9AE38A6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EEB49D-A1D3-CDF0-E510-5F52C5C97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1BFB3-BC79-4C2A-9C50-AF3D638F67A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1DC113-5715-BDD5-4EB5-17B230B48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B55F5B-710B-7FA5-831B-B8CBE3101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3EB8-EA52-4E50-9393-9AA9232E66E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519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ED231D-52F5-F49D-61CF-3E0E0B791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4C253DF-98BC-A169-FA04-EF21595EE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BA617F-494D-A2A7-523D-9D7DE6B61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1BFB3-BC79-4C2A-9C50-AF3D638F67A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BD98DA-00ED-AF33-2D9E-3D8BEC207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FD0D3C-B804-E82B-7E43-80DFEB5D7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3EB8-EA52-4E50-9393-9AA9232E66E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84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068BE3-8A0F-5E48-37E0-6D0AF7CCB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FF24E9-8AC8-724F-8AFF-434D51C03C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412E763-40F3-C4A1-8923-2A44A88CD2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E90EA44-2DDD-28E8-23AA-68039D14B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1BFB3-BC79-4C2A-9C50-AF3D638F67A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DEAA30A-9FD7-9718-5494-D3E156F99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FE91B5F-85DE-4160-B702-D13585860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3EB8-EA52-4E50-9393-9AA9232E66E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761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7B886A-02C4-9FAF-B322-A388BFCB7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9C8922-E4A2-7117-1C76-FF82D8F69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7B01058-4C37-936B-77EF-06B0DFDB0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C5E6701-5591-64C2-7416-FA5BABF70C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DB620E1-ADA9-590F-18A1-3FE086C7E4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2D27506-BDAB-BAA2-C3CD-01EA69696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1BFB3-BC79-4C2A-9C50-AF3D638F67A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C53BE61-7514-C511-2792-7C7789CF6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F6AB290-4BC5-D556-28EA-0ED10235D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3EB8-EA52-4E50-9393-9AA9232E66E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362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E8ACD9-84E3-B421-77DD-B059CC461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46EF7D7-D126-0B27-22E3-0E581DFE7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1BFB3-BC79-4C2A-9C50-AF3D638F67A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E63BA10-E35D-B01E-7425-92CE6B18C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C958FF1-784B-6668-6314-68D75A427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3EB8-EA52-4E50-9393-9AA9232E66E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317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CA191EA-CB36-B1B2-BA41-C398FAB10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1BFB3-BC79-4C2A-9C50-AF3D638F67A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891F6DC-F0B7-38F1-4AAE-6A6094C5D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4092453-1B86-1D2B-6A44-04E435717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3EB8-EA52-4E50-9393-9AA9232E66E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32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7DDDB3-855B-96E4-3104-82A7C1D7B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1815DBA-402E-7DFA-93F6-8D6F069A4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F0B7B8E-39D3-D124-8F10-F6D938C71B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650E16A-330A-00A3-C0D1-F1FE7A34B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1BFB3-BC79-4C2A-9C50-AF3D638F67A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DA87013-D961-5ED5-BF02-2EBAE5B6C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85029D8-8944-87FE-96BE-D7F0B3C7B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3EB8-EA52-4E50-9393-9AA9232E66E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895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DCC443-D936-765A-A190-58378BE73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A50C62F-E94E-8D9D-BD23-BC6D62FD51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097B8F0-F59A-5764-8326-EAD6D5A50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9A0CE93-C9B8-AF5B-1E9B-5CAB21DCE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1BFB3-BC79-4C2A-9C50-AF3D638F67A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3F1D753-2BB5-0C3E-D272-9C982357C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AF85B4B-FEDB-F71E-6719-EB046661D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3EB8-EA52-4E50-9393-9AA9232E66E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2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6F4055-C3CF-DDFD-B904-D854848AE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14F877B-4C2F-3917-0A39-2F5CCBC93E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6AA24A-FF70-A575-41AB-1F5FA2E8D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1BFB3-BC79-4C2A-9C50-AF3D638F67A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C9A9F1-1F1B-0FE2-0DDF-2A2ED0189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890C84-EF8D-22C1-033F-B6F7B90CD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3EB8-EA52-4E50-9393-9AA9232E66E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826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1D32DDF-994C-3452-56CF-0E60553F31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0714C6B-73EB-411C-5B2D-ED79A9393C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B3290E-31C4-CACE-5BC0-5025450F8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1BFB3-BC79-4C2A-9C50-AF3D638F67A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37817E-2513-7BF5-92E8-4B636024A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B860CCF-E5DE-7183-D653-447585B12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3EB8-EA52-4E50-9393-9AA9232E66E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962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B7A98BC9-A360-AFD7-9476-844F1A5317A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5050971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4" imgW="592" imgH="591" progId="TCLayout.ActiveDocument.1">
                  <p:embed/>
                </p:oleObj>
              </mc:Choice>
              <mc:Fallback>
                <p:oleObj name="think-cell Folie" r:id="rId14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53B1BE5-5DFF-3BD4-AD49-EB5C6DB9C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885A5A1-AB67-8842-D852-D8AF6E5B6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9D02B0-704F-3267-BB39-37E8DB0446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E1BFB3-BC79-4C2A-9C50-AF3D638F67A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79D5B5-0B9A-E7FB-77E3-A4FA0BA188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64EAC9-3E8E-A61B-5633-3396C54142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FC3EB8-EA52-4E50-9393-9AA9232E66E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066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6F7EF77-2BCE-E248-75B0-72DA4B19A73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68909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92" imgH="591" progId="TCLayout.ActiveDocument.1">
                  <p:embed/>
                </p:oleObj>
              </mc:Choice>
              <mc:Fallback>
                <p:oleObj name="think-cell Folie" r:id="rId3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64FB8C69-905F-D03C-CDDD-49F7D7B7B1A6}"/>
              </a:ext>
            </a:extLst>
          </p:cNvPr>
          <p:cNvGrpSpPr/>
          <p:nvPr/>
        </p:nvGrpSpPr>
        <p:grpSpPr>
          <a:xfrm>
            <a:off x="3581282" y="1302657"/>
            <a:ext cx="2269789" cy="2840306"/>
            <a:chOff x="3581282" y="1302657"/>
            <a:chExt cx="2269789" cy="2840306"/>
          </a:xfrm>
        </p:grpSpPr>
        <p:pic>
          <p:nvPicPr>
            <p:cNvPr id="56" name="Grafik 55">
              <a:extLst>
                <a:ext uri="{FF2B5EF4-FFF2-40B4-BE49-F238E27FC236}">
                  <a16:creationId xmlns:a16="http://schemas.microsoft.com/office/drawing/2014/main" id="{50DECEA2-CA47-DF7C-1B7B-3EA6AFC6A1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162686" y="1639911"/>
              <a:ext cx="1630604" cy="1537750"/>
            </a:xfrm>
            <a:prstGeom prst="rect">
              <a:avLst/>
            </a:prstGeom>
          </p:spPr>
        </p:pic>
        <p:cxnSp>
          <p:nvCxnSpPr>
            <p:cNvPr id="6" name="Gerade Verbindung mit Pfeil 5">
              <a:extLst>
                <a:ext uri="{FF2B5EF4-FFF2-40B4-BE49-F238E27FC236}">
                  <a16:creationId xmlns:a16="http://schemas.microsoft.com/office/drawing/2014/main" id="{160A2268-0A70-D69E-29B2-B3E8F8294179}"/>
                </a:ext>
              </a:extLst>
            </p:cNvPr>
            <p:cNvCxnSpPr/>
            <p:nvPr/>
          </p:nvCxnSpPr>
          <p:spPr>
            <a:xfrm flipV="1">
              <a:off x="3999390" y="1522520"/>
              <a:ext cx="0" cy="1846556"/>
            </a:xfrm>
            <a:prstGeom prst="straightConnector1">
              <a:avLst/>
            </a:prstGeom>
            <a:ln w="9525">
              <a:tailEnd type="stealt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Gerade Verbindung mit Pfeil 6">
              <a:extLst>
                <a:ext uri="{FF2B5EF4-FFF2-40B4-BE49-F238E27FC236}">
                  <a16:creationId xmlns:a16="http://schemas.microsoft.com/office/drawing/2014/main" id="{5A55F6B9-050C-A653-299C-06F614E6D45D}"/>
                </a:ext>
              </a:extLst>
            </p:cNvPr>
            <p:cNvCxnSpPr>
              <a:cxnSpLocks/>
            </p:cNvCxnSpPr>
            <p:nvPr/>
          </p:nvCxnSpPr>
          <p:spPr>
            <a:xfrm>
              <a:off x="3999390" y="3369076"/>
              <a:ext cx="1851681" cy="0"/>
            </a:xfrm>
            <a:prstGeom prst="straightConnector1">
              <a:avLst/>
            </a:prstGeom>
            <a:ln w="9525">
              <a:tailEnd type="stealt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Gerade Verbindung mit Pfeil 8">
              <a:extLst>
                <a:ext uri="{FF2B5EF4-FFF2-40B4-BE49-F238E27FC236}">
                  <a16:creationId xmlns:a16="http://schemas.microsoft.com/office/drawing/2014/main" id="{2C50EE66-B896-071E-B791-8A954E76A1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81282" y="3369076"/>
              <a:ext cx="418109" cy="773887"/>
            </a:xfrm>
            <a:prstGeom prst="straightConnector1">
              <a:avLst/>
            </a:prstGeom>
            <a:ln w="9525">
              <a:tailEnd type="stealt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Bogen 16">
              <a:extLst>
                <a:ext uri="{FF2B5EF4-FFF2-40B4-BE49-F238E27FC236}">
                  <a16:creationId xmlns:a16="http://schemas.microsoft.com/office/drawing/2014/main" id="{C94BE855-BF86-D784-F9FA-EAB76A9CDC24}"/>
                </a:ext>
              </a:extLst>
            </p:cNvPr>
            <p:cNvSpPr/>
            <p:nvPr/>
          </p:nvSpPr>
          <p:spPr>
            <a:xfrm flipV="1">
              <a:off x="4248332" y="2204018"/>
              <a:ext cx="1439995" cy="607678"/>
            </a:xfrm>
            <a:prstGeom prst="arc">
              <a:avLst>
                <a:gd name="adj1" fmla="val 200822"/>
                <a:gd name="adj2" fmla="val 10589593"/>
              </a:avLst>
            </a:prstGeom>
            <a:ln w="317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006B6009-1A96-E1DF-AEBC-63461EA2CD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60363" y="3109685"/>
              <a:ext cx="0" cy="452862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Bogen 22">
              <a:extLst>
                <a:ext uri="{FF2B5EF4-FFF2-40B4-BE49-F238E27FC236}">
                  <a16:creationId xmlns:a16="http://schemas.microsoft.com/office/drawing/2014/main" id="{144BDE9D-5F38-33DA-886F-3A33B4BA1C01}"/>
                </a:ext>
              </a:extLst>
            </p:cNvPr>
            <p:cNvSpPr/>
            <p:nvPr/>
          </p:nvSpPr>
          <p:spPr>
            <a:xfrm flipH="1">
              <a:off x="4769863" y="1412357"/>
              <a:ext cx="380999" cy="137886"/>
            </a:xfrm>
            <a:prstGeom prst="arc">
              <a:avLst>
                <a:gd name="adj1" fmla="val 7909232"/>
                <a:gd name="adj2" fmla="val 3362480"/>
              </a:avLst>
            </a:prstGeom>
            <a:ln w="9525">
              <a:headEnd type="none" w="med" len="sm"/>
              <a:tailEnd type="triangle" w="sm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Gerade Verbindung mit Pfeil 25">
              <a:extLst>
                <a:ext uri="{FF2B5EF4-FFF2-40B4-BE49-F238E27FC236}">
                  <a16:creationId xmlns:a16="http://schemas.microsoft.com/office/drawing/2014/main" id="{13AD61F6-BB92-70E2-E5A8-F12A05879212}"/>
                </a:ext>
              </a:extLst>
            </p:cNvPr>
            <p:cNvCxnSpPr>
              <a:cxnSpLocks/>
              <a:endCxn id="18" idx="3"/>
            </p:cNvCxnSpPr>
            <p:nvPr/>
          </p:nvCxnSpPr>
          <p:spPr>
            <a:xfrm flipV="1">
              <a:off x="4003026" y="2454767"/>
              <a:ext cx="944234" cy="901173"/>
            </a:xfrm>
            <a:prstGeom prst="straightConnector1">
              <a:avLst/>
            </a:prstGeom>
            <a:ln w="12700">
              <a:headEnd type="none" w="sm" len="med"/>
              <a:tailEnd type="triangle" w="sm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Gerade Verbindung mit Pfeil 26">
              <a:extLst>
                <a:ext uri="{FF2B5EF4-FFF2-40B4-BE49-F238E27FC236}">
                  <a16:creationId xmlns:a16="http://schemas.microsoft.com/office/drawing/2014/main" id="{96161B74-188B-C450-BA51-9A900D86634F}"/>
                </a:ext>
              </a:extLst>
            </p:cNvPr>
            <p:cNvCxnSpPr>
              <a:cxnSpLocks/>
              <a:stCxn id="18" idx="6"/>
              <a:endCxn id="62" idx="2"/>
            </p:cNvCxnSpPr>
            <p:nvPr/>
          </p:nvCxnSpPr>
          <p:spPr>
            <a:xfrm flipV="1">
              <a:off x="4977988" y="2386280"/>
              <a:ext cx="443772" cy="55759"/>
            </a:xfrm>
            <a:prstGeom prst="straightConnector1">
              <a:avLst/>
            </a:prstGeom>
            <a:ln w="12700">
              <a:headEnd type="none" w="sm" len="med"/>
              <a:tailEnd type="triangle" w="sm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F9AB994D-52E4-50CB-B78D-00852EB1D3D4}"/>
                </a:ext>
              </a:extLst>
            </p:cNvPr>
            <p:cNvCxnSpPr>
              <a:cxnSpLocks/>
            </p:cNvCxnSpPr>
            <p:nvPr/>
          </p:nvCxnSpPr>
          <p:spPr>
            <a:xfrm>
              <a:off x="3790336" y="3758196"/>
              <a:ext cx="1669184" cy="0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Gerader Verbinder 38">
              <a:extLst>
                <a:ext uri="{FF2B5EF4-FFF2-40B4-BE49-F238E27FC236}">
                  <a16:creationId xmlns:a16="http://schemas.microsoft.com/office/drawing/2014/main" id="{0665AFFC-B936-2155-EBDF-610B7CB327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69821" y="3369076"/>
              <a:ext cx="205910" cy="386943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21F6F220-2BBC-6736-0A5A-2D62744557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68591" y="2408786"/>
              <a:ext cx="0" cy="1347233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Würfel 61">
              <a:extLst>
                <a:ext uri="{FF2B5EF4-FFF2-40B4-BE49-F238E27FC236}">
                  <a16:creationId xmlns:a16="http://schemas.microsoft.com/office/drawing/2014/main" id="{03AAA733-0297-12CC-97F2-EDD21A385F8E}"/>
                </a:ext>
              </a:extLst>
            </p:cNvPr>
            <p:cNvSpPr/>
            <p:nvPr/>
          </p:nvSpPr>
          <p:spPr>
            <a:xfrm>
              <a:off x="5421760" y="2323347"/>
              <a:ext cx="100692" cy="100692"/>
            </a:xfrm>
            <a:prstGeom prst="cube">
              <a:avLst/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AC5BEC07-6FA5-C437-E2BD-70EDF57AF4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60363" y="1302657"/>
              <a:ext cx="0" cy="363944"/>
            </a:xfrm>
            <a:prstGeom prst="line">
              <a:avLst/>
            </a:prstGeom>
            <a:ln>
              <a:prstDash val="dash"/>
              <a:headEnd w="sm" len="med"/>
              <a:tailEnd type="triangle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0A98ADBA-D586-24AE-52E1-AEB31C5AD0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60363" y="1698034"/>
              <a:ext cx="0" cy="139933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Bogen 15">
              <a:extLst>
                <a:ext uri="{FF2B5EF4-FFF2-40B4-BE49-F238E27FC236}">
                  <a16:creationId xmlns:a16="http://schemas.microsoft.com/office/drawing/2014/main" id="{7D7357E1-D733-4FE4-3C03-9B5BECFCC849}"/>
                </a:ext>
              </a:extLst>
            </p:cNvPr>
            <p:cNvSpPr/>
            <p:nvPr/>
          </p:nvSpPr>
          <p:spPr>
            <a:xfrm>
              <a:off x="4244697" y="2169624"/>
              <a:ext cx="1440001" cy="542334"/>
            </a:xfrm>
            <a:prstGeom prst="arc">
              <a:avLst>
                <a:gd name="adj1" fmla="val 171974"/>
                <a:gd name="adj2" fmla="val 10589970"/>
              </a:avLst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E786C91B-E750-2F02-8483-1D7242E28D3E}"/>
                </a:ext>
              </a:extLst>
            </p:cNvPr>
            <p:cNvSpPr/>
            <p:nvPr/>
          </p:nvSpPr>
          <p:spPr>
            <a:xfrm>
              <a:off x="4941988" y="242403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Gerade Verbindung mit Pfeil 58">
              <a:extLst>
                <a:ext uri="{FF2B5EF4-FFF2-40B4-BE49-F238E27FC236}">
                  <a16:creationId xmlns:a16="http://schemas.microsoft.com/office/drawing/2014/main" id="{694E6DCC-E239-C3B0-AE91-9B2DE3581ED3}"/>
                </a:ext>
              </a:extLst>
            </p:cNvPr>
            <p:cNvCxnSpPr>
              <a:cxnSpLocks/>
              <a:endCxn id="62" idx="3"/>
            </p:cNvCxnSpPr>
            <p:nvPr/>
          </p:nvCxnSpPr>
          <p:spPr>
            <a:xfrm flipV="1">
              <a:off x="3995755" y="2424039"/>
              <a:ext cx="1463765" cy="945036"/>
            </a:xfrm>
            <a:prstGeom prst="straightConnector1">
              <a:avLst/>
            </a:prstGeom>
            <a:ln w="12700">
              <a:headEnd type="none" w="sm" len="med"/>
              <a:tailEnd type="triangle" w="sm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477818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think-cell Folie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Schumer, Alexander</dc:creator>
  <cp:lastModifiedBy>Schumer, Alexander</cp:lastModifiedBy>
  <cp:revision>2</cp:revision>
  <dcterms:created xsi:type="dcterms:W3CDTF">2026-01-07T14:18:09Z</dcterms:created>
  <dcterms:modified xsi:type="dcterms:W3CDTF">2026-01-07T16:05:01Z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798273d-f5aa-46da-8e10-241f6dcd5f2d_Enabled">
    <vt:lpwstr>true</vt:lpwstr>
  </property>
  <property fmtid="{D5CDD505-2E9C-101B-9397-08002B2CF9AE}" pid="3" name="MSIP_Label_e798273d-f5aa-46da-8e10-241f6dcd5f2d_SetDate">
    <vt:lpwstr>2026-01-07T14:26:50Z</vt:lpwstr>
  </property>
  <property fmtid="{D5CDD505-2E9C-101B-9397-08002B2CF9AE}" pid="4" name="MSIP_Label_e798273d-f5aa-46da-8e10-241f6dcd5f2d_Method">
    <vt:lpwstr>Standard</vt:lpwstr>
  </property>
  <property fmtid="{D5CDD505-2E9C-101B-9397-08002B2CF9AE}" pid="5" name="MSIP_Label_e798273d-f5aa-46da-8e10-241f6dcd5f2d_Name">
    <vt:lpwstr>e798273d-f5aa-46da-8e10-241f6dcd5f2d</vt:lpwstr>
  </property>
  <property fmtid="{D5CDD505-2E9C-101B-9397-08002B2CF9AE}" pid="6" name="MSIP_Label_e798273d-f5aa-46da-8e10-241f6dcd5f2d_SiteId">
    <vt:lpwstr>c760270c-f3da-4cfa-9737-03808ef5579f</vt:lpwstr>
  </property>
  <property fmtid="{D5CDD505-2E9C-101B-9397-08002B2CF9AE}" pid="7" name="MSIP_Label_e798273d-f5aa-46da-8e10-241f6dcd5f2d_ActionId">
    <vt:lpwstr>6eda36de-a5d1-4846-a925-bff054706dfc</vt:lpwstr>
  </property>
  <property fmtid="{D5CDD505-2E9C-101B-9397-08002B2CF9AE}" pid="8" name="MSIP_Label_e798273d-f5aa-46da-8e10-241f6dcd5f2d_ContentBits">
    <vt:lpwstr>0</vt:lpwstr>
  </property>
  <property fmtid="{D5CDD505-2E9C-101B-9397-08002B2CF9AE}" pid="9" name="MSIP_Label_e798273d-f5aa-46da-8e10-241f6dcd5f2d_Tag">
    <vt:lpwstr>10, 3, 0, 1</vt:lpwstr>
  </property>
</Properties>
</file>